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82880" cy="5029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097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IFLEON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Intelligent Frameworks. Powerful Execution.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COMMERCIAL QUOTATION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Prepared for: Royal Wheels Pre-Owned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42062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Quotation Ref: IFL-Q-2026-0001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Date of Issue: 2026-10-10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Valid Until: 2026-10-25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Prepared by: Nikhil Varma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0" y="274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iFleon | Intelligent Frameworks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1. Client Profile &amp; Point of Contact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iFleon • Intelligent Frameworks. Powerful Execution. • contact@ifleon.com • +91 94900 12345 • https://ifleon.com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45920"/>
          <a:ext cx="9601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Client Details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Business Name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Royal Wheels Pre-Owned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Contact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Vikram Choudhury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Phone / WhatsApp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+91 98490 87654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Location / Showroom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Hyderabad, Madhapur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Assigned Consultant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Nikhil Varma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Reference Number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IFL-Q-2026-0001</a:t>
                      </a:r>
                      <a:endParaRPr lang="en-US" sz="1200" dirty="0"/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0" y="274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iFleon | Intelligent Frameworks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2. Executive Project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iFleon • Intelligent Frameworks. Powerful Execution. • contact@ifleon.com • +91 94900 12345 • https://ifleon.com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97280" y="1645920"/>
            <a:ext cx="987552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Strategic Objective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37744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Custom responsive web portal tailored for Royal Wheels Pre-Owned luxury automobile inventory, featuring smart multi-criteria search, instant WhatsApp test drive lead routing, and an interactive EMI calculator.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402336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40AF"/>
                </a:solidFill>
              </a:rPr>
              <a:t>Key Business Outcomes: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40AF"/>
                </a:solidFill>
              </a:rPr>
              <a:t>• Instant digital catalog for pre-owned stock with high-resolution imagery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40AF"/>
                </a:solidFill>
              </a:rPr>
              <a:t>• Frictionless WhatsApp lead routing directly connecting buyers to sales team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40AF"/>
                </a:solidFill>
              </a:rPr>
              <a:t>• Embedded EMI calculators enabling faster on-the-spot vehicle financing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0" y="274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iFleon | Intelligent Frameworks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3. Scope of Modules &amp; Deliverables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iFleon • Intelligent Frameworks. Powerful Execution. • contact@ifleon.com • +91 94900 12345 • https://ifleon.com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6766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Selected Module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Functional Scope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Car inventory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Fully integrated, responsive, mobile-optimized and branded module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Search and filters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Fully integrated, responsive, mobile-optimized and branded module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Car detail page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Fully integrated, responsive, mobile-optimized and branded module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Enquiry and test drive form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Fully integrated, responsive, mobile-optimized and branded module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EMI calculator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Fully integrated, responsive, mobile-optimized and branded module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Sell or exchange your car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Fully integrated, responsive, mobile-optimized and branded module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SEO and sharing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Fully integrated, responsive, mobile-optimized and branded module</a:t>
                      </a:r>
                      <a:endParaRPr lang="en-US" sz="1050" dirty="0"/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0" y="274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iFleon | Intelligent Frameworks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4. Investment &amp; Commercial Terms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iFleon • Intelligent Frameworks. Powerful Execution. • contact@ifleon.com • +91 94900 12345 • https://ifleon.com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07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73152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Item / Module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 (₹)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Amount (₹)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Pre-Owned Car Portal - Core Engine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Complete inventory database, multi-facet search &amp; high-res car gallery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₹65,000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₹65,000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EMI Calculator &amp; Financing Widget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Live EMI breakdown from vehicle pricing with tenure selector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₹10,000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₹10,000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Sell / Exchange Vehicle Flow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Customer valuation and trade-in intake system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₹15,000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₹15,000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Cloud Infrastructure &amp; High-Speed Hosting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 Year cloud server, SSL, daily backups &amp; CDN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₹15,000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₹15,000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SEO &amp; WhatsApp Direct Routing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Rich vehicle social cards and automated salesperson alerts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₹10,000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₹10,000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Subtotal: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₹115,000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Special Discount: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-₹5,000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</a:rPr>
                        <a:t>Final Total: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</a:rPr>
                        <a:t>₹110,000</a:t>
                      </a:r>
                      <a:endParaRPr lang="en-US" sz="1000" dirty="0"/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0" y="274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iFleon | Intelligent Frameworks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5. Payment Terms &amp; Project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iFleon • Intelligent Frameworks. Powerful Execution. • contact@ifleon.com • +91 94900 12345 • https://ifleon.com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97280" y="1645920"/>
            <a:ext cx="4754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Payment Schedule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50% advance on sign-off, 30% upon staging demo approval, 20% on final domain launch.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4754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Delivery Milestones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3 to 4 weeks from sign-off and receipt of initial car photos/details.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0" y="274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iFleon | Intelligent Frameworks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6. Terms, Conditions &amp; Acceptance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iFleon • Intelligent Frameworks. Powerful Execution. • contact@ifleon.com • +91 94900 12345 • https://ifleon.com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Standard Commercial Terms: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Validity: 15 days from issue date. Includes 2 revision rounds and 30 days post-launch warranty.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4754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For iFleon Technologies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1148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Consultant: Nikhil Varma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Phone: +91 94900 12345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Email: contact@ifleon.com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Authorized Signatory ___________________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3474720"/>
            <a:ext cx="4937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Accepted &amp; Confirmed for Royal Wheels Pre-Owned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114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Client Name: Vikram Choudhury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Designation: 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Date: ___________________________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Client Signature ________________________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Quotation IFL-Q-2026-0001 - Royal Wheels Pre-Owned</dc:title>
  <dc:subject>Commercial Quotation</dc:subject>
  <dc:creator>iFleon Technologies</dc:creator>
  <cp:lastModifiedBy>iFleon Technologies</cp:lastModifiedBy>
  <cp:revision>1</cp:revision>
  <dcterms:created xsi:type="dcterms:W3CDTF">2026-10-13T06:28:36Z</dcterms:created>
  <dcterms:modified xsi:type="dcterms:W3CDTF">2026-10-13T06:28:36Z</dcterms:modified>
</cp:coreProperties>
</file>